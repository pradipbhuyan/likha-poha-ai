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640080"/>
            <a:ext cx="1120140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0080"/>
            <a:ext cx="146304" cy="5394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Aptos Display"/>
              </a:defRPr>
            </a:pPr>
            <a:r>
              <a:t>Per-Student Monthly Cost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4688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ptos"/>
              </a:defRPr>
            </a:pPr>
            <a:r>
              <a:t>Extensive Premium SOF usage: AI token cost, image generation, RAG/embedding, hosting, database, and domain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3840480" cy="5029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5876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ptos"/>
              </a:defRPr>
            </a:pPr>
            <a:r>
              <a:t>Prepared from current code + pricing assumptions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Cost estimate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Aptos Display"/>
              </a:defRPr>
            </a:pPr>
            <a:r>
              <a:t>What drives cost in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ptos"/>
              </a:defRPr>
            </a:pPr>
            <a:r>
              <a:t>The estimate is based on the actual services and limits currently wired into the app.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Main AI tutoring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gpt-4.1-mini is used for lessons, doubts, mock-test explanations, and other LLM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731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099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RAG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671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text-embedding-3-small is used to embed uploaded lesson chunks and student search 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50876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0992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Image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671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gpt-image-1 is capped at 5 images per day per student and logged as roughly $0.04/image.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15468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5584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Premium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1304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Premium SOF allows 3,000,000 tokens/month per student.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154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15468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35584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Family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81304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Family Premium allows 5,000,000 tokens/month for the family plan.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154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3154680"/>
            <a:ext cx="731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35584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OCR/photo upload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81304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Image OCR uses OpenAI vision flow, but it is not yet separately reflected in usage cost reporting.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Cost estimate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Aptos Display"/>
              </a:defRPr>
            </a:pPr>
            <a:r>
              <a:t>Variable AI cost per extensive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ptos"/>
              </a:defRPr>
            </a:pPr>
            <a:r>
              <a:t>Assumption: Premium SOF student consumes the full 3M monthly token allowance, with 70% input and 30% output.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08760"/>
          <a:ext cx="1083563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79"/>
                <a:gridCol w="3611879"/>
                <a:gridCol w="3611879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Cost item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LLM tokens: 2.1M input + 0.9M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$2.28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Core tutoring, doubts, mocks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RAG query embeddings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~$0.01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Per-query embedding cost is tiny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OCR/photo-to-text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$0.05-$0.20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Depends on number and size of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Image generation: 30/month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$1.20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Heavy but controlled usage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Image generation: max 150/month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If daily limit is hit every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480060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800600"/>
            <a:ext cx="73152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0176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Normal heavy-use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5896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$3.60 to $4.10 per student/month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80060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4800600"/>
            <a:ext cx="73152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500176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Worst allowed image-use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45896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$8.40 to $9.00 per student/month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Cost estimate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Aptos Display"/>
              </a:defRPr>
            </a:pPr>
            <a:r>
              <a:t>Shared infrastructure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ptos"/>
              </a:defRPr>
            </a:pPr>
            <a:r>
              <a:t>These costs are fixed monthly platform costs and should be prorated across active paying students.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508760"/>
          <a:ext cx="54864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10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Shared item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Frontend hosting: Vercel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Database/auth/storage: Supabase Pro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Backend hosting assumption: Render Starter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Domain prorated annually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~$1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Total fixed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~$53/month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508760"/>
            <a:ext cx="4251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150876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70992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Important 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1671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Backend provider was not explicit in code, so Render Starter is used as a conservative low-cost production assumption.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880360"/>
            <a:ext cx="4251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03720" y="288036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08152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Scaling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538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Fixed costs become small per student once active paying users increase.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251960"/>
            <a:ext cx="4251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425196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45312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Excluded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9103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Payment gateway fees, GST, support time, and human content creation are not included 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Cost estimate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Aptos Display"/>
              </a:defRPr>
            </a:pPr>
            <a:r>
              <a:t>All-in per-student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ptos"/>
              </a:defRPr>
            </a:pPr>
            <a:r>
              <a:t>Variable AI cost plus prorated infrastructure. INR uses an approximate exchange assumption and should be refreshed monthly.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08760"/>
          <a:ext cx="106527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60579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Active paying users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Normal heavy use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Max image use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50 active 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$4.65 / ~₹443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$9.45 / ~₹900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100 active students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$4.10 / ~₹391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$8.90 / ~₹849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500 active 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$3.70 / ~₹353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$8.50 / ~₹811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" y="434340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44568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Premium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0176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₹999/month currently leaves room for AI + infrastructure cost if image generation remains capped.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34340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434340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544568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Family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00176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₹1499/month should be watched because two children can consume more tokens and images.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34340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434340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544568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Main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001768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Image generation is the biggest variable-cost spike, not normal text tokens.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Cost estimate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Aptos Display"/>
              </a:defRPr>
            </a:pPr>
            <a:r>
              <a:t>Recommended product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ptos"/>
              </a:defRPr>
            </a:pPr>
            <a:r>
              <a:t>These changes keep cost predictable while preserving student experience.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1848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Update cost constants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1010412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Align backend cost estimation with current official gpt-4.1-mini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73152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Track OCR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44368"/>
            <a:ext cx="1010412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Log image OCR usage and estimated cost so admin reporting is 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546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154680"/>
            <a:ext cx="731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5584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Add monthly image 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13048"/>
            <a:ext cx="1010412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Keep daily cap, but add monthly image-generation cap per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23360"/>
            <a:ext cx="731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2452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Show admin cost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81728"/>
            <a:ext cx="1010412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Display cost per plan, per student, and margin against subscription price.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9204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92040"/>
            <a:ext cx="731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93208"/>
            <a:ext cx="10104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Amortize RAG upload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50408"/>
            <a:ext cx="1010412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Treat admin uploads/indexing as shared content cost, not student recurring cost.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Cost estimate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0F172A"/>
                </a:solidFill>
                <a:latin typeface="Aptos Display"/>
              </a:defRPr>
            </a:pPr>
            <a:r>
              <a:t>Assumptions and source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ptos"/>
              </a:defRPr>
            </a:pPr>
            <a:r>
              <a:t>Refresh these vendor prices before making final commercial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Code model: backend/app/services/openai_service.py uses gpt-4.1-mini.</a:t>
            </a:r>
          </a:p>
          <a:p>
            <a:pPr>
              <a:spcAft>
                <a:spcPts val="7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Premium token cap: backend/app/data/subscription_plans.py sets Premium SOF to 3,000,000 tokens/month.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  <a:latin typeface="Aptos"/>
              </a:defRPr>
            </a:pPr>
            <a:r>
              <a:t>OpenAI pricing: https://platform.openai.com/docs/pricing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  <a:latin typeface="Aptos"/>
              </a:defRPr>
            </a:pPr>
            <a:r>
              <a:t>Vercel pricing: https://vercel.com/pricing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  <a:latin typeface="Aptos"/>
              </a:defRPr>
            </a:pPr>
            <a:r>
              <a:t>Supabase pricing: https://supabase.com/pricing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  <a:latin typeface="Aptos"/>
              </a:defRPr>
            </a:pPr>
            <a:r>
              <a:t>Render pricing: https://render.com/pricing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  <a:latin typeface="Aptos"/>
              </a:defRPr>
            </a:pPr>
            <a:r>
              <a:t>Domain pricing assumption: .in domain annual renewal prorated monthly.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  <a:latin typeface="Aptos"/>
              </a:defRPr>
            </a:pPr>
            <a:r>
              <a:t>Payment gateway fees, taxes, support, accounting, and marketing are excluded.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Likha Poha AI Tutor | Cost estimate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