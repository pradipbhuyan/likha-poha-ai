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85800"/>
            <a:ext cx="110642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85800"/>
            <a:ext cx="146304" cy="5303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ptos Display"/>
              </a:defRPr>
            </a:pPr>
            <a:r>
              <a:t>Likha Poha AI Tutor Business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4231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"/>
              </a:defRPr>
            </a:pPr>
            <a:r>
              <a:t>1-year investment, P&amp;L, ROI, and subscriber-scale scenarios for 100, 500, and 1,000 paid subscribers.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886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08736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ptos Display"/>
              </a:defRPr>
            </a:pPr>
            <a:r>
              <a:t>Rs. 6L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63600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Initial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83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Lean founder-led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886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408736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9669"/>
                </a:solidFill>
                <a:latin typeface="Aptos Display"/>
              </a:defRPr>
            </a:pPr>
            <a:r>
              <a:t>~250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63600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Break-even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983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Paid subscribers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86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408736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9669"/>
                </a:solidFill>
                <a:latin typeface="Aptos Display"/>
              </a:defRPr>
            </a:pPr>
            <a:r>
              <a:t>364%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63600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Target ROI at 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983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After initial 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The model becomes attractive after validation scale; 500+ paid subscribers is the practical year-1 target.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100 subscribers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Validation stage. Revenue proves willingness to pay, but year-1 ROI remains negative after initial setup investment.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500 subscribers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Commercially viable stage. Operating profit can recover launch investment and generate positive year-1 ROI.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73351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1,000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7568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Profitable scale stage. Strong ROI if AI usage, image generation, and support costs remain controlled.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107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Core economic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130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Text tokens are manageable. Image generation, support load, and acquisition cost are the main margin risks.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461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2461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107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Recommended investment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130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Invest Rs. 6L initially, validate paid conversion, then scale marketing after cost dashboard and usage caps are stable.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Commercial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These assumptions can be updated as actual subscriber mix and usage data arrives.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63040"/>
          <a:ext cx="106527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0863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Standard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499/month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40%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Premium SOF 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999/month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45% mix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Family Premium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1,499/month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15%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Blended ARPU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874/month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Weighted average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AI + platform variable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380/sub/month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Extensive-user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Marketing allocation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12% of revenue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Growth 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Payment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2.5%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Payment processing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Initial investment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A lean Rs. 6L launch budget focused on product hardening, content quality, and first customer acquisition.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17320"/>
          <a:ext cx="56692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3149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Investment 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Product hardening, QA, production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RAG content digitization and curation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1,50,000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Launch marketing and acquisition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Legal, accounting, payment setup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Brand/content/sales collateral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Contingency buffer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Total initial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6,00,000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95160" y="160020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95160" y="160020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76479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16712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Most of the investment should improve trust: quality content, stable payments, reliable tests, and clear parent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97180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297180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313639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Avoid overspending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53872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Keep marketing experimental until paid conversion and monthly cost dashboards are proven.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34340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434340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50799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Scale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91032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Increase acquisition spend after reaching consistent usage, retention, and support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1-year P&amp;L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All scenarios assume steady paid subscribers across the year and GST/taxes excluded.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10185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55435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100 subs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500 subs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1,000 subs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10.49L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52.44L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104.88L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AI + platform variable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4.56L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22.80L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45.60L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Payment gateway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0.26L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1.31L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2.62L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Marketing and growth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1.26L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6.29L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12.59L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Support/content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3.60L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9.00L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15.00L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Fixed platform/tools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1.20L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1.20L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1.20L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Operating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-0.39L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11.84L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27.87L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ROI after initial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The model crosses into attractive territory around the 500 paid subscriber scenario.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013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C2626"/>
                </a:solidFill>
                <a:latin typeface="Aptos Display"/>
              </a:defRPr>
            </a:pPr>
            <a:r>
              <a:t>-106.5%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5000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100 paid subscribers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Net after investment: Rs. -6.39L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013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9669"/>
                </a:solidFill>
                <a:latin typeface="Aptos Display"/>
              </a:defRPr>
            </a:pPr>
            <a:r>
              <a:t>97.3%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5000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500 paid subscribers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Net after investment: Rs. 5.84L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013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9669"/>
                </a:solidFill>
                <a:latin typeface="Aptos Display"/>
              </a:defRPr>
            </a:pPr>
            <a:r>
              <a:t>364.5%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5000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1,000 paid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Net after investment: Rs. 21.87L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3657600"/>
          <a:ext cx="10378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610"/>
                <a:gridCol w="2594610"/>
                <a:gridCol w="2594610"/>
                <a:gridCol w="2594610"/>
              </a:tblGrid>
              <a:tr h="38404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100 subs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500 subs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1,000 subs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Initial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6.00L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6.00L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6.00L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Operating profit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-0.39L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11.84L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27.87L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Net after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-6.39L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5.84L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Rs. 21.87L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Payback estimate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Not recovered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~6.1 months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~2.6 months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A paid subscriber contributes roughly Rs. 367/month before support and fixed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64208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ptos Display"/>
              </a:defRPr>
            </a:pPr>
            <a:r>
              <a:t>Rs. 874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Blended ARPU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Per paid subscriber/month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64208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C2626"/>
                </a:solidFill>
                <a:latin typeface="Aptos Display"/>
              </a:defRPr>
            </a:pPr>
            <a:r>
              <a:t>Rs. 380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1284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AI + platform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Extensive-user assumption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64208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Aptos Display"/>
              </a:defRPr>
            </a:pPr>
            <a:r>
              <a:t>Rs.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1284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Payment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6032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2.5% assumption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4630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664208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Aptos Display"/>
              </a:defRPr>
            </a:pPr>
            <a:r>
              <a:t>Rs. 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21284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ptos"/>
              </a:defRPr>
            </a:pPr>
            <a:r>
              <a:t>Marketing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56032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12% of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4937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246120"/>
            <a:ext cx="73152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Contribution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13048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Rs. 367 per subscriber per month before support/content operations and fixed platform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4937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10712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Break-even estimate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13048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Roughly 250 paid subscribers are needed to recover the initial investment within the first year.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Risks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The product is viable if cost controls are designed into the subscription plans.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Image generation abuse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Add monthly caps per plan and monitor image cost separately.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High support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Use in-app guidance, parent FAQs, and admin tools before hiring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Discount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842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Limit discount duration and show margin impact in admin settings.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718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1363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Token undercounting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38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Update cost constants and log OCR/image usage accurately.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9718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971800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1363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Content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38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Use curated RAG uploads and chapter-level metadata for SOF accuracy.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718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9718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1363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Retention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538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Track monthly active students, mock-test completion, and parent dashboard visits.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12-month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A staged approach keeps investment tied to evidence of demand.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613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647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Months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Production hardening, payment flow, usage dashboard, first parent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Months 3-4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SOF RAG content library, referral loop, onboarding improvements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Months 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Scale to 100-250 paid subscribers, validate retention and support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Months 7-9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Push to 500 subscribers, optimize CAC and plan mix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Months 10-12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Scale toward 1,000 subscribers, add finance dashboard and school/channel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Investment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The product should be funded through validation, then scaled after usage and margin controls are stable.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Invest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Rs. 6L initial launch investment is enough for lean validation and production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500 paid subscribers is the first commercially attractive milestone.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7335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7568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1,000 paid subscribers can produce strong year-1 ROI if costs stay controlled.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429000"/>
            <a:ext cx="100584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42900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593592"/>
            <a:ext cx="9646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Decision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95928"/>
            <a:ext cx="9646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Proceed with paid launch, but make usage cost tracking, image caps, discount controls, and parent-facing value metrics mandatory before aggressive marketing spend.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9672"/>
            <a:ext cx="121916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1-year business proposal | INR, GST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